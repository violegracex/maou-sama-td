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Maou-Sama-TD: Development 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Game Mechanics, Custom Tools, AI Integration &amp; Automation</a:t>
            </a:r>
          </a:p>
          <a:p>
            <a:r>
              <a:t>Generated by Antigravity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Game Engine: Unity (C#)</a:t>
            </a:r>
          </a:p>
          <a:p>
            <a:r>
              <a:t>Automation Framework (Salavan): Python &amp; PySide6 UI</a:t>
            </a:r>
          </a:p>
          <a:p>
            <a:r>
              <a:t>Test Scripting: Lua (via Salavan GameHooks)</a:t>
            </a:r>
          </a:p>
          <a:p>
            <a:r>
              <a:t>Asset Management: Unity Addressables for modular loading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Unity Editor or Code Snippet)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Mechanics Inspiration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Tower Defense Core: Strategic placement, waves, and Sovereign defense.</a:t>
            </a:r>
          </a:p>
          <a:p>
            <a:r>
              <a:t>Gacha &amp; Ascension: Character pulls, dice-rolled ascension stats, and varied rarities.</a:t>
            </a:r>
          </a:p>
          <a:p>
            <a:r>
              <a:t>Dynamic Maps &amp; Classes: Procedural elements, environmental hazards, and complex class scalings.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Gameplay / Ascension Dice Roll)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Mythic Frame &amp;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Mythic Frame: A custom wrapper built for Gemini 3.1 via Google AI Studio.</a:t>
            </a:r>
          </a:p>
          <a:p>
            <a:r>
              <a:t>AI Art Generation: Mythic Frame handles dynamic image generation, directly generating and syncing art assets into Unity.</a:t>
            </a:r>
          </a:p>
          <a:p>
            <a:r>
              <a:t>Narrative Studio: Writer AI automates the generation of in-game lore, dialogues, and storyline text.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AI Art Generator UI or Mythic Frame Wrapper)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Editor &amp; SO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A massive suite of editor extensions was created to manage the game data:</a:t>
            </a:r>
          </a:p>
          <a:p>
            <a:pPr lvl="1"/>
            <a:r>
              <a:t>Stat Balancing Studio</a:t>
            </a:r>
          </a:p>
          <a:p>
            <a:pPr lvl="1"/>
            <a:r>
              <a:t>Narrative Studio &amp; Dialogue Tester</a:t>
            </a:r>
          </a:p>
          <a:p>
            <a:pPr lvl="1"/>
            <a:r>
              <a:t>Unit Browser &amp; Enemy Browser</a:t>
            </a:r>
          </a:p>
          <a:p>
            <a:pPr lvl="1"/>
            <a:r>
              <a:t>Campaign Map Browser</a:t>
            </a:r>
          </a:p>
          <a:p>
            <a:pPr lvl="1"/>
            <a:r>
              <a:t>Sovereign Rite Browser</a:t>
            </a:r>
          </a:p>
          <a:p>
            <a:pPr lvl="1"/>
            <a:r>
              <a:t>Bestiary (Beastiry) Editor</a:t>
            </a:r>
          </a:p>
          <a:p>
            <a:pPr lvl="1"/>
            <a:r>
              <a:t>Class Scaling &amp; Job Tools</a:t>
            </a:r>
          </a:p>
          <a:p>
            <a:pPr lvl="1"/>
            <a:r>
              <a:t>Tutorial Tester</a:t>
            </a:r>
          </a:p>
          <a:p>
            <a:pPr lvl="1"/>
            <a:r>
              <a:t>Swift Click Tools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The Unity Tools Menu Dropdown)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Salavan &amp; Test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Salavan Framework: Desktop app executing headless/UI scenarios.</a:t>
            </a:r>
          </a:p>
          <a:p>
            <a:r>
              <a:t>GameState Exporter: Unity script extracting UI elements, HP, and events to JSON in real-time.</a:t>
            </a:r>
          </a:p>
          <a:p>
            <a:r>
              <a:t>Lua Scenarios: End-to-end testing of features like 'Fresh Start' and battle simulation.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Salavan Desktop UI)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Challenges: Intro Dialogue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Issue: 'Intro Dialogue' step was erroneously marked as PASS before completion.</a:t>
            </a:r>
          </a:p>
          <a:p>
            <a:r>
              <a:t>Cause: The dialogue state briefly flipped to 'false' during panel transitions, causing the loop to break early.</a:t>
            </a:r>
          </a:p>
          <a:p>
            <a:r>
              <a:t>Resolution: Implemented robust verification via wildcard matching for '*Skip*' buttons and extended loop delays.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The screenshot showing the stuck dialogue despite test passing)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