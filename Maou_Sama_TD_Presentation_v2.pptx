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Maou-Sama-TD: Development Journey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Game Mechanics, Custom Tools, AI Integration &amp; Roadmap</a:t>
            </a:r>
          </a:p>
          <a:p>
            <a:r>
              <a:t>Generated by Antigravity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r>
              <a:t>Game Engine: Unity (C#)</a:t>
            </a:r>
          </a:p>
          <a:p>
            <a:r>
              <a:t>Automation Framework (Salavan): Python &amp; PySide6 UI</a:t>
            </a:r>
          </a:p>
          <a:p>
            <a:r>
              <a:t>Test Scripting: Lua (via Salavan GameHooks)</a:t>
            </a:r>
          </a:p>
          <a:p>
            <a:r>
              <a:t>Asset Management: Unity Addressables for modular loading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[ INSERT SCREENSHOT HERE ]</a:t>
            </a:r>
          </a:p>
          <a:p>
            <a:r>
              <a:t>(e.g., Unity Editor or Code Snippet)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Game Mechanics Inspiration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r>
              <a:t>Tower Defense Core: Strategic placement, waves, and Sovereign defense.</a:t>
            </a:r>
          </a:p>
          <a:p>
            <a:r>
              <a:t>Gacha &amp; Ascension: Character pulls, dice-rolled ascension stats, and varied rarities.</a:t>
            </a:r>
          </a:p>
          <a:p>
            <a:r>
              <a:t>Dynamic Maps &amp; Classes: Procedural elements, environmental hazards, and complex class scalings.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[ INSERT SCREENSHOT HERE ]</a:t>
            </a:r>
          </a:p>
          <a:p>
            <a:r>
              <a:t>(e.g., Gameplay / Ascension Dice Roll)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Mythic Frame &amp; AI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r>
              <a:t>Mythic Frame: A custom wrapper built for Gemini 3.1 via Google AI Studio.</a:t>
            </a:r>
          </a:p>
          <a:p>
            <a:r>
              <a:t>AI Art Generation: Mythic Frame handles dynamic image generation, directly generating and syncing art assets into Unity.</a:t>
            </a:r>
          </a:p>
          <a:p>
            <a:r>
              <a:t>Narrative Studio: Writer AI automates the generation of in-game lore, dialogues, and storyline text.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[ INSERT SCREENSHOT HERE ]</a:t>
            </a:r>
          </a:p>
          <a:p>
            <a:r>
              <a:t>(e.g., AI Art Generator UI or Mythic Frame Wrapper)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 Editor &amp; SO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r>
              <a:t>A massive suite of editor extensions was created to manage the game data:</a:t>
            </a:r>
          </a:p>
          <a:p>
            <a:pPr lvl="1"/>
            <a:r>
              <a:t>Stat Balancing Studio</a:t>
            </a:r>
          </a:p>
          <a:p>
            <a:pPr lvl="1"/>
            <a:r>
              <a:t>Narrative Studio &amp; Dialogue Tester</a:t>
            </a:r>
          </a:p>
          <a:p>
            <a:pPr lvl="1"/>
            <a:r>
              <a:t>Unit Browser &amp; Enemy Browser</a:t>
            </a:r>
          </a:p>
          <a:p>
            <a:pPr lvl="1"/>
            <a:r>
              <a:t>Campaign Map Browser</a:t>
            </a:r>
          </a:p>
          <a:p>
            <a:pPr lvl="1"/>
            <a:r>
              <a:t>Sovereign Rite Browser</a:t>
            </a:r>
          </a:p>
          <a:p>
            <a:pPr lvl="1"/>
            <a:r>
              <a:t>Bestiary (Beastiry) Editor</a:t>
            </a:r>
          </a:p>
          <a:p>
            <a:pPr lvl="1"/>
            <a:r>
              <a:t>Class Scaling &amp; Job Tools</a:t>
            </a:r>
          </a:p>
          <a:p>
            <a:pPr lvl="1"/>
            <a:r>
              <a:t>Tutorial Tester</a:t>
            </a:r>
          </a:p>
          <a:p>
            <a:pPr lvl="1"/>
            <a:r>
              <a:t>Swift Click Tools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[ INSERT SCREENSHOT HERE ]</a:t>
            </a:r>
          </a:p>
          <a:p>
            <a:r>
              <a:t>(e.g., The Unity Tools Menu Dropdown)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Interactions, Events &amp; Settings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r>
              <a:t>Core Interactions: Drag-and-drop unit deployment, Ultimate casting, dynamic game speed controls, and interactive dialogues.</a:t>
            </a:r>
          </a:p>
          <a:p>
            <a:r>
              <a:t>Game Events: Rich event system handling Wave Start, Unit Spawned, Stage Cleared, and Narrative Triggers.</a:t>
            </a:r>
          </a:p>
          <a:p>
            <a:r>
              <a:t>Settings &amp; Localization: Comprehensive volume controls, display settings, and multi-language support integration.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[ INSERT SCREENSHOT HERE ]</a:t>
            </a:r>
          </a:p>
          <a:p>
            <a:r>
              <a:t>(e.g., Settings Menu or In-Game Interaction HUD)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Salavan &amp; Test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r>
              <a:t>Salavan Framework: Desktop app executing headless/UI scenarios.</a:t>
            </a:r>
          </a:p>
          <a:p>
            <a:r>
              <a:t>GameState Exporter: Unity script extracting UI elements, HP, and events to JSON in real-time.</a:t>
            </a:r>
          </a:p>
          <a:p>
            <a:r>
              <a:t>Lua Scenarios: End-to-end testing of features like 'Fresh Start' and battle simulation.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[ INSERT SCREENSHOT HERE ]</a:t>
            </a:r>
          </a:p>
          <a:p>
            <a:r>
              <a:t>(e.g., Salavan Desktop UI)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Challenges: Intro Dialogue Bug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r>
              <a:t>Issue: 'Intro Dialogue' step was erroneously marked as PASS before completion.</a:t>
            </a:r>
          </a:p>
          <a:p>
            <a:r>
              <a:t>Cause: The dialogue state briefly flipped to 'false' during panel transitions, causing the loop to break early.</a:t>
            </a:r>
          </a:p>
          <a:p>
            <a:r>
              <a:t>Resolution: Implemented robust verification via wildcard matching for '*Skip*' buttons and extended loop delays.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[ INSERT SCREENSHOT HERE ]</a:t>
            </a:r>
          </a:p>
          <a:p>
            <a:r>
              <a:t>(e.g., The screenshot showing the stuck dialogue)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Plans &amp;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Lore &amp; Narrative: Adding deep character 'Chambers' and dating events.</a:t>
            </a:r>
          </a:p>
          <a:p>
            <a:pPr/>
            <a:r>
              <a:t>New Game Mode: A dedicated mini-game mode where you play exclusively as Maou.</a:t>
            </a:r>
          </a:p>
          <a:p>
            <a:pPr/>
            <a:r>
              <a:t>Combat Upgrades: More abilities, VFX, and devastating Ultimate animations.</a:t>
            </a:r>
          </a:p>
          <a:p>
            <a:pPr/>
            <a:r>
              <a:t>Visual Enhancements: Redrawing existing characters, adding animated splash screens, and implementing improved 3D map textures/lighting.</a:t>
            </a:r>
          </a:p>
          <a:p>
            <a:pPr/>
            <a:r>
              <a:t>Expanded Roster: Currently, the main important allies are Ignis, Lilith, and Tina. More story characters are in the works!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[ INSERT SCREENSHOT HERE ]</a:t>
            </a:r>
          </a:p>
          <a:p>
            <a:r>
              <a:t>(e.g., Concept Art, New Map Mockup, or Character Splashes)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